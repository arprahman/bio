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6" r:id="rId3"/>
    <p:sldId id="267" r:id="rId4"/>
    <p:sldId id="268" r:id="rId5"/>
    <p:sldId id="269" r:id="rId6"/>
    <p:sldId id="261" r:id="rId7"/>
    <p:sldId id="262" r:id="rId8"/>
    <p:sldId id="259" r:id="rId9"/>
    <p:sldId id="270" r:id="rId10"/>
    <p:sldId id="272" r:id="rId11"/>
    <p:sldId id="275" r:id="rId12"/>
    <p:sldId id="263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13-Jun-22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13-Jun-22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13-Jun-22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13-Jun-22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13-Jun-22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13-Jun-22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13-Jun-22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13-Jun-22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13-Jun-22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13-Jun-22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13-Jun-22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13-Jun-22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13-Jun-22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13-Jun-22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13-Jun-22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13-Jun-22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13-Jun-22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13-Jun-22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2E08F-D069-4F8A-B2AB-2F5A167633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20532" y="1113737"/>
            <a:ext cx="9382489" cy="3112033"/>
          </a:xfrm>
        </p:spPr>
        <p:txBody>
          <a:bodyPr>
            <a:norm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3048000" algn="l"/>
              </a:tabLst>
            </a:pPr>
            <a:r>
              <a:rPr lang="en-US" sz="3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Hello!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I’m Arifur Rahman</a:t>
            </a:r>
            <a:br>
              <a:rPr lang="en-US" sz="4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135520-1E45-4EC8-BBC7-980A7BEB72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15376" y="4536900"/>
            <a:ext cx="6987645" cy="1429305"/>
          </a:xfrm>
        </p:spPr>
        <p:txBody>
          <a:bodyPr>
            <a:normAutofit fontScale="92500" lnSpcReduction="20000"/>
          </a:bodyPr>
          <a:lstStyle/>
          <a:p>
            <a:r>
              <a:rPr lang="en-US" sz="2400" dirty="0"/>
              <a:t>Dhaka , Bangladesh</a:t>
            </a:r>
          </a:p>
          <a:p>
            <a:r>
              <a:rPr lang="en-US" sz="2800" dirty="0"/>
              <a:t> </a:t>
            </a:r>
          </a:p>
          <a:p>
            <a:r>
              <a:rPr lang="en-US" sz="3500" dirty="0">
                <a:solidFill>
                  <a:schemeClr val="accent1">
                    <a:lumMod val="50000"/>
                  </a:schemeClr>
                </a:solidFill>
              </a:rPr>
              <a:t>Welcome to my presentation resume!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B0CE49-4D2D-4048-9900-86AA8B0B6A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91" b="2991"/>
          <a:stretch/>
        </p:blipFill>
        <p:spPr>
          <a:xfrm>
            <a:off x="2646336" y="812801"/>
            <a:ext cx="2786798" cy="2616199"/>
          </a:xfrm>
          <a:prstGeom prst="ellipse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6E1CEFC-F2F4-4BB6-9234-9253FB3EA94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8517882" y="4412201"/>
            <a:ext cx="537341" cy="523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167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646DD-C835-4E00-866D-366700212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408373"/>
            <a:ext cx="10018713" cy="969886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Academic Qualification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C4D395-093E-448D-BE82-0F2529C05C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465" y="1544716"/>
            <a:ext cx="9278224" cy="692458"/>
          </a:xfrm>
        </p:spPr>
        <p:txBody>
          <a:bodyPr/>
          <a:lstStyle/>
          <a:p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Secondary school certificate: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21E9C9-A3A6-467B-92FD-FF77349715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53591" y="4962617"/>
            <a:ext cx="8913182" cy="9765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name :  Banaripara Union Model Secondary School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Passing Year : 2018 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8ED2653B-A1AC-4F81-9EDB-F92E1F3FA780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4747176" y="2382546"/>
            <a:ext cx="2697648" cy="2434699"/>
          </a:xfrm>
        </p:spPr>
      </p:pic>
    </p:spTree>
    <p:extLst>
      <p:ext uri="{BB962C8B-B14F-4D97-AF65-F5344CB8AC3E}">
        <p14:creationId xmlns:p14="http://schemas.microsoft.com/office/powerpoint/2010/main" val="656037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E20F5-6F28-4735-832A-8FA319BAF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685800"/>
            <a:ext cx="6816310" cy="1231777"/>
          </a:xfrm>
        </p:spPr>
        <p:txBody>
          <a:bodyPr>
            <a:noAutofit/>
          </a:bodyPr>
          <a:lstStyle/>
          <a:p>
            <a:r>
              <a:rPr lang="en-US" sz="4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Higher Secondary Certificate: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21727F-83A4-4689-BC8C-A3756807FF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0528" y="4802819"/>
            <a:ext cx="10137605" cy="11122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 Name: Gov’t Syed Hatem Ali College , Barisal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Passing Year : 2020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69274E-8B37-4DDA-8F89-8723B7A674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2639" y="1917577"/>
            <a:ext cx="3003481" cy="249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948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51CF3-9B0E-4F00-A0FA-6DDBC1D73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7767" y="685801"/>
            <a:ext cx="10615258" cy="1373818"/>
          </a:xfrm>
        </p:spPr>
        <p:txBody>
          <a:bodyPr>
            <a:normAutofit/>
          </a:bodyPr>
          <a:lstStyle/>
          <a:p>
            <a:r>
              <a:rPr lang="en-US" sz="4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B.Sc. In computer science and Engineering: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91464-8799-4FED-8A77-00AC8F6FEE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6554" y="4580878"/>
            <a:ext cx="9772575" cy="105644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 Name: Daffodil International University 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: 62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1CACE3-A061-424B-87B7-506539676E1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41"/>
          <a:stretch/>
        </p:blipFill>
        <p:spPr>
          <a:xfrm>
            <a:off x="4564602" y="1771613"/>
            <a:ext cx="3062796" cy="2640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266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09AE9-BA60-482C-9FBE-92E3AABF2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Personal Information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2B040-6A73-44EA-8C80-27E4887CA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7475" y="2089951"/>
            <a:ext cx="10018713" cy="3124201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of Birth: 19 October , 2003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Blood Group: O+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Religion : Islam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Nationality : Bangladeshi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566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12423-3E26-4FDD-AE0C-596D5E19A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2192784"/>
            <a:ext cx="10018713" cy="2370338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Hobbies &amp; Interests</a:t>
            </a:r>
          </a:p>
        </p:txBody>
      </p:sp>
    </p:spTree>
    <p:extLst>
      <p:ext uri="{BB962C8B-B14F-4D97-AF65-F5344CB8AC3E}">
        <p14:creationId xmlns:p14="http://schemas.microsoft.com/office/powerpoint/2010/main" val="1148692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C766B-9C8A-4032-A5F8-7AA70FE42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685801"/>
            <a:ext cx="9151138" cy="1027590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Photography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741D9C-4DD4-4172-8BD2-541FB6410B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7546" y="1818813"/>
            <a:ext cx="3417904" cy="23503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D337E2F-FD88-4B9A-9501-A4425DF90C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2263" y="1818813"/>
            <a:ext cx="3683737" cy="235036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BD9F888-D203-4F9F-B233-1BFBD44FEF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5511" y="4274597"/>
            <a:ext cx="3683737" cy="2128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034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4B316-797B-4CCB-889D-B05365242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894425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IT SKILLS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86C9BA-411A-4F53-B0CF-E03C27E28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585927"/>
            <a:ext cx="10018713" cy="520527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Office</a:t>
            </a: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language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EDFA55-E96B-4180-9BAF-D90F6B9DA7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821" y="1844413"/>
            <a:ext cx="2976979" cy="12275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5FAD289-414B-412C-9D98-B2F2B330D1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7515" y="3552000"/>
            <a:ext cx="2971800" cy="1296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728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951D3-43D1-4E24-A296-86F3A2573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514905"/>
            <a:ext cx="10018713" cy="665825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Interested In: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6C8F7A-DE86-4733-9476-D347FD2367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041865"/>
            <a:ext cx="10018713" cy="3749336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JavaScript Language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Python Language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C++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BAA5D3-D60E-4A56-888B-1295BC139E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3351" y="1479474"/>
            <a:ext cx="2133599" cy="15018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628F4C7-7048-4FC3-B5A3-03CCDB29E4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1265" y="3144057"/>
            <a:ext cx="2772491" cy="13007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9D93467-906C-4E7F-9EB9-78B9C4BC90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2687" y="4633485"/>
            <a:ext cx="2663313" cy="1319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291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BDA09-9F60-4BD4-A8D4-E9CF2181E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204186"/>
            <a:ext cx="10018713" cy="994299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Scopes in Future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94C48-7644-414B-8081-983021ABF0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84312" y="1553592"/>
            <a:ext cx="4895055" cy="4237608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scientist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tester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developer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analyst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analyst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manager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architect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engineer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Full-stack Developer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and machine learning engineer 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033AE-3C79-4E46-B944-953A32AF7A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07967" y="1553592"/>
            <a:ext cx="4895056" cy="4237608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manager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 designer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administrator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 engineer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security manager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science professor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Chief information Security officer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quality assurance manager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technology specialist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 designer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and development scientist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1785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9A3BF-0808-4C72-9457-447E4BF91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585926"/>
            <a:ext cx="10018713" cy="1109710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Future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0387BA-29D1-4C05-ABD4-F27FD2966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811046"/>
            <a:ext cx="10018713" cy="2246050"/>
          </a:xfrm>
        </p:spPr>
        <p:txBody>
          <a:bodyPr numCol="1">
            <a:normAutofit/>
          </a:bodyPr>
          <a:lstStyle/>
          <a:p>
            <a:r>
              <a:rPr lang="en-US" dirty="0"/>
              <a:t>Be an expert in cyber security </a:t>
            </a:r>
          </a:p>
          <a:p>
            <a:r>
              <a:rPr lang="en-US" dirty="0"/>
              <a:t> </a:t>
            </a:r>
            <a:r>
              <a:rPr lang="en-US" b="0" i="0" dirty="0">
                <a:solidFill>
                  <a:srgbClr val="202124"/>
                </a:solidFill>
                <a:effectLst/>
              </a:rPr>
              <a:t>According to The US Bureau of Labor Statistics' Information Security Analyst's Outlook, </a:t>
            </a:r>
            <a:r>
              <a:rPr lang="en-US" b="1" i="0" dirty="0">
                <a:solidFill>
                  <a:srgbClr val="202124"/>
                </a:solidFill>
                <a:effectLst/>
              </a:rPr>
              <a:t>cybersecurity jobs are among the fastest-growing career areas nationally</a:t>
            </a: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4315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7BD05-C843-42E6-BF45-EE01349F2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24" y="552635"/>
            <a:ext cx="10018713" cy="4836111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</a:rPr>
              <a:t>That ladies and gentlemen, was what I wanted to share with you </a:t>
            </a:r>
          </a:p>
        </p:txBody>
      </p:sp>
    </p:spTree>
    <p:extLst>
      <p:ext uri="{BB962C8B-B14F-4D97-AF65-F5344CB8AC3E}">
        <p14:creationId xmlns:p14="http://schemas.microsoft.com/office/powerpoint/2010/main" val="1867543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383</TotalTime>
  <Words>219</Words>
  <Application>Microsoft Office PowerPoint</Application>
  <PresentationFormat>Widescreen</PresentationFormat>
  <Paragraphs>62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Arial</vt:lpstr>
      <vt:lpstr>Calibri</vt:lpstr>
      <vt:lpstr>Corbel</vt:lpstr>
      <vt:lpstr>Times New Roman</vt:lpstr>
      <vt:lpstr>Wingdings</vt:lpstr>
      <vt:lpstr>Parallax</vt:lpstr>
      <vt:lpstr>Hello! I’m Arifur Rahman </vt:lpstr>
      <vt:lpstr>Academic Qualification</vt:lpstr>
      <vt:lpstr>Higher Secondary Certificate: </vt:lpstr>
      <vt:lpstr>B.Sc. In computer science and Engineering: </vt:lpstr>
      <vt:lpstr>Personal Information </vt:lpstr>
      <vt:lpstr>Hobbies &amp; Interests</vt:lpstr>
      <vt:lpstr>Photography </vt:lpstr>
      <vt:lpstr>IT SKILLS </vt:lpstr>
      <vt:lpstr>Interested In:</vt:lpstr>
      <vt:lpstr>Scopes in Future</vt:lpstr>
      <vt:lpstr>Future Goals</vt:lpstr>
      <vt:lpstr>That ladies and gentlemen, was what I wanted to share with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Hello! I’m Arifur Rahman</dc:title>
  <dc:creator>J M Mubasshir</dc:creator>
  <cp:lastModifiedBy>J M Mubasshir</cp:lastModifiedBy>
  <cp:revision>36</cp:revision>
  <dcterms:created xsi:type="dcterms:W3CDTF">2022-06-12T11:56:07Z</dcterms:created>
  <dcterms:modified xsi:type="dcterms:W3CDTF">2022-06-13T13:34:02Z</dcterms:modified>
</cp:coreProperties>
</file>